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_1_2560x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_2_2560x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_3_2560x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_4_2560x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_5_2560x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_6_2560x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_7_2560x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_8_2560x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